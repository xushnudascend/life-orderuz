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7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71055" y="137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 · Q1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Motivatsiya tugaydi.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Tizim qoladi.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48640" y="4206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Xulq-atvor fanidan qurilgan shaxsiy operatsion tizim. O'zbek va rus tilida — MDH bozori uchun.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029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Ilm: FOGG · WOOD · LALLY · CLEAR · KAHNEMAN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MUAMMO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 foydalanuvchi 3 haftada tashlab qo'yadi.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2194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Motivatsiya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o'zgaruvchan holat. Reja bor, tizim yo'q.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1109441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290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Umumiy maslahat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0" y="35204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kontekstni bilmaydi. "Erta tur" — kimga? qanday?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1109441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71600" y="4663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Til va madaniyat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54880" y="47548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 da o'zbek/rus tilida behavioral mahsulot yo'q.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486400"/>
            <a:ext cx="1109441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YECHIM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Self-Control OS — 4 bosqichli halqa.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2567864" cy="329184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68880"/>
            <a:ext cx="2019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2019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TASHXIS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2019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 onboarding.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2019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Trigger, ritm, muammo — shaxsiy profil.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90824" y="2286000"/>
            <a:ext cx="2567864" cy="329184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5144" y="2468880"/>
            <a:ext cx="2019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65144" y="2788920"/>
            <a:ext cx="2019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PROTOKOL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65144" y="3291840"/>
            <a:ext cx="2019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mikro-qadam.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65144" y="4023360"/>
            <a:ext cx="2019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B=MAP: kichik + trigger + tasdiq.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33008" y="2286000"/>
            <a:ext cx="2567864" cy="329184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7328" y="2468880"/>
            <a:ext cx="2019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07328" y="2788920"/>
            <a:ext cx="2019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TAKROR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07328" y="3291840"/>
            <a:ext cx="2019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Streak · XP · Shield.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07328" y="4023360"/>
            <a:ext cx="2019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 halqasi mustahkam.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75191" y="2286000"/>
            <a:ext cx="2567864" cy="329184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49511" y="2468880"/>
            <a:ext cx="2019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349511" y="2788920"/>
            <a:ext cx="2019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49511" y="3291840"/>
            <a:ext cx="2019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Nadir.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349511" y="4023360"/>
            <a:ext cx="20192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Kontekstga ega, umumiy emas.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ISBOT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Nima uchun ishlaydi.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FOGG (Stanford)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8328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MAP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2130552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Xulq = Motivatsiya × Ability × Prompt. Motivatsiyani almashtirmoq mumkin.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WOOD (USC, 2006)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0" y="2880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43% kunlik xulq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907792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Ong emas — kontekst hal qiladi. Kontekst dizayni onboardingda.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LALLY (UCL, 2010)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832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kun median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5040" y="3685032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Odat shakllanish: 18–254 kun. 90 kunlik yo'l xarita — aynan shu davr.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(2018)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83280" y="4434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1% × 365 = 37×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35040" y="4462272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Mikro-qadam × geymifikatsiya. Dopamin halqasi mustahkam.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212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KAHNEMAN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83280" y="5212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1 vs 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5239512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Iroda cheklangan. Odat = harakatni System 1 ga o'tkazish.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BOZOR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 · SAM · SOM.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3454298" cy="310896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468880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$4.2B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68680" y="420624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habits + wellness (2025, Grand View Research)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68698" y="2286000"/>
            <a:ext cx="3454298" cy="310896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88738" y="2468880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88738" y="283464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$180M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4688738" y="420624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 + Turkiya — behavioral segment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88757" y="2286000"/>
            <a:ext cx="3454298" cy="310896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8797" y="2468880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08797" y="283464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$12M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8508797" y="420624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 · KZ · RU — 3 yillik erishish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6692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 da 90M+ smartfon foydalanuvchisi. Behavioral wellness — bo'sh nisha.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BIZNES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Freemium · Pro · Team.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3454298" cy="310896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37744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868680" y="3703320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so'm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411480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Onboarding, 3 odat, Nadir 10 xabar/kun. Viral halqa.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68698" y="2194560"/>
            <a:ext cx="3454298" cy="3108960"/>
          </a:xfrm>
          <a:prstGeom prst="rect">
            <a:avLst/>
          </a:prstGeom>
          <a:solidFill>
            <a:srgbClr val="1B1611"/>
          </a:solidFill>
          <a:ln w="15240">
            <a:solidFill>
              <a:srgbClr val="E8A9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8738" y="237744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88738" y="274320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49 000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4688738" y="3703320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so'm/oy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88738" y="411480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Cheksiz odat, tahlil, Nadir cheksiz, Shield, milestone.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88757" y="2194560"/>
            <a:ext cx="3454298" cy="310896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8797" y="237744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508797" y="2743200"/>
            <a:ext cx="28142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8508797" y="4114800"/>
            <a:ext cx="28142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B2B: kollektiv paneli, HR integratsiyasi.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5532120"/>
            <a:ext cx="28142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68680" y="5870448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→ Pro konversiya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88738" y="5532120"/>
            <a:ext cx="28142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588K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688738" y="5870448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ARPU yillik so'm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508797" y="5532120"/>
            <a:ext cx="28142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&gt;75%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508797" y="5870448"/>
            <a:ext cx="28142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Marja (SaaS)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TRAKSIYA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Q1–Q2 2026 maqsadlari.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2567864" cy="201168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110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5 000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2110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ro'yxatdan o'tgan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703320"/>
            <a:ext cx="2110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2026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90824" y="2377440"/>
            <a:ext cx="2567864" cy="201168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9424" y="2560320"/>
            <a:ext cx="2110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619424" y="3337560"/>
            <a:ext cx="2110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kun retention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19424" y="3703320"/>
            <a:ext cx="2110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2026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33008" y="2377440"/>
            <a:ext cx="2567864" cy="201168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1608" y="2560320"/>
            <a:ext cx="2110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61608" y="3337560"/>
            <a:ext cx="2110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obunachi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61608" y="3703320"/>
            <a:ext cx="2110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2026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75191" y="2377440"/>
            <a:ext cx="2567864" cy="201168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3791" y="2560320"/>
            <a:ext cx="2110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$3K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9303791" y="3337560"/>
            <a:ext cx="2110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03791" y="3703320"/>
            <a:ext cx="2110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" y="49377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Ko'rsatkichlar — prognoz maqsadlar, hozirgi traksiya emas. Mahsulot ishga tushirish bosqichida.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MAHSULOT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Nima ishlab bo'lingan — bugun jonli.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 onboarding — 10 savol, aniq profil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78728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8768" y="219456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mentor Nadir — foydalanuvchi kontekstiga ega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834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Odatlar · XP · Streak · Shield tizimi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78728" y="2834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98768" y="283464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Cirkadiy jadval — kun ritmiga bog'langan vazifalar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3474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347472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Burnout detection — proaktiv AI ogohlantirish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78728" y="3474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98768" y="347472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Kundalik + haftalik AI tahlil hisobotlari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4114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411480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Multi-tilli (UZ · RU · EN)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8728" y="4114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98768" y="4114800"/>
            <a:ext cx="50442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PWA — offline ishlaydi, App Store'ga bog'liq emas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GTM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Foydalanuvchi jalb qilish.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 SEO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89120" y="2221992"/>
            <a:ext cx="7253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O'zbek/rus tilida behavioral bloglar — 'odat', 'motivatsiya', 'intizom'.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443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 social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2971800"/>
            <a:ext cx="7253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 karta har streak/level uchun — organik virallik.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38728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6941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Telegram + Insta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389120" y="3721608"/>
            <a:ext cx="7253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 da asosiy kanallar. Mikro-influencerlar.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88536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4439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+ AI ekotizim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89120" y="4471416"/>
            <a:ext cx="7253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/ Claude MCP integratsiyasi — birinchilardan.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38344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 pilotlar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89120" y="5221224"/>
            <a:ext cx="72539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2026: 3 kompaniya — Team plan.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788152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INFRA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Ma'lumot va infratuzilma.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3454298" cy="301752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51460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RLS + AUDIT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3108960"/>
            <a:ext cx="281421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 jadvalda Row-Level Security. Haftalik xavfsizlik skani.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68698" y="2286000"/>
            <a:ext cx="3454298" cy="301752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8738" y="251460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OAUTH 2.1 · MCP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88738" y="3108960"/>
            <a:ext cx="281421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· Email. Agent integratsiyasi OAuth bilan himoyalangan.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88757" y="2286000"/>
            <a:ext cx="3454298" cy="3017520"/>
          </a:xfrm>
          <a:prstGeom prst="rect">
            <a:avLst/>
          </a:prstGeom>
          <a:solidFill>
            <a:srgbClr val="111113"/>
          </a:solidFill>
          <a:ln w="9525">
            <a:solidFill>
              <a:srgbClr val="2723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8797" y="251460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INFRA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8797" y="3108960"/>
            <a:ext cx="281421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Cloudflare Workers + PostgreSQL. Global CDN, real vaqt.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SO'ROV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Seed round — $150 000.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5303520" cy="3200400"/>
          </a:xfrm>
          <a:prstGeom prst="rect">
            <a:avLst/>
          </a:prstGeom>
          <a:solidFill>
            <a:srgbClr val="1B1611"/>
          </a:solidFill>
          <a:ln w="15240">
            <a:solidFill>
              <a:srgbClr val="E8A9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MIQDOR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88036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$150 000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2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· 12 oy runway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17920" y="2514600"/>
            <a:ext cx="5425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TAQSIMOT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406640" y="2971800"/>
            <a:ext cx="4236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Mahsulot va AI xarajatlari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429000"/>
            <a:ext cx="542513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3566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3611880"/>
            <a:ext cx="4236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va foydalanuvchi jalbi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4069080"/>
            <a:ext cx="542513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4206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06640" y="4251960"/>
            <a:ext cx="4236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Jamoa (2 injener + 1 dizayner)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4709160"/>
            <a:ext cx="542513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4846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406640" y="4892040"/>
            <a:ext cx="4236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Operatsion va yuridik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17920" y="5349240"/>
            <a:ext cx="542513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ORDER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99855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6473952"/>
            <a:ext cx="12191695" cy="5486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life-orderuz.lovable.app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071055" y="65288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9A9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KONFIDENSIAL · INVESTOR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548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YO'L XARITA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oylik yo'l.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2176272"/>
            <a:ext cx="8991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launch · 5 000 foydalanuvchi · UZ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80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2862072"/>
            <a:ext cx="8991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monetizatsiya · $3K MRR · RU bozor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566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51760" y="3547872"/>
            <a:ext cx="8991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 pilotlar · 3 kompaniya · Team 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51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2026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4233672"/>
            <a:ext cx="8991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Series A tayyorlik · 25 000 · $15K MRR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94415" cy="4572"/>
          </a:xfrm>
          <a:prstGeom prst="rect">
            <a:avLst/>
          </a:prstGeom>
          <a:solidFill>
            <a:srgbClr val="27231D"/>
          </a:solidFill>
          <a:ln w="12700">
            <a:solidFill>
              <a:srgbClr val="2723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8A9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daqiqalik suhbat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F5F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investors@life-order.uz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 Order — Investor Deck</dc:title>
  <dc:subject>PptxGenJS Presentation</dc:subject>
  <dc:creator>PptxGenJS</dc:creator>
  <cp:lastModifiedBy>PptxGenJS</cp:lastModifiedBy>
  <cp:revision>1</cp:revision>
  <dcterms:created xsi:type="dcterms:W3CDTF">2026-07-17T17:22:44Z</dcterms:created>
  <dcterms:modified xsi:type="dcterms:W3CDTF">2026-07-17T17:22:44Z</dcterms:modified>
</cp:coreProperties>
</file>