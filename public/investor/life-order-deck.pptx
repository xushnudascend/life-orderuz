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Motivatsiya tugaydi.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Tizim qoladi.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Xulq-atvor fani asosidagi shaxsiy operatsion tizim — O'zbekiston uchun.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 pitch · $20 000 · 12% · 18 oy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MUAMMO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Odamlar o'zgara olmayapti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146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Motivatsiya yolg'on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foydalanuvchi 3 haftada tashlab qo'yadi. Motivatsiya — o'zgaruvchi holat, tizim emas.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5146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Umumiy maslahatlar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17720" y="338328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va kitoblar shaxsiy kontekstni bilmaydi. "Erta tur" — kimga? qanday?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51460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Til va madaniyat bo'shlig'i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412480" y="338328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O'zbek/rus tilida, mahalliy kontekstga moslashgan xulq-atvor mahsuloti yo'q.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2/12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YECHIM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Self-Control OS — 4 bosqich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651760" cy="3474720"/>
          </a:xfrm>
          <a:prstGeom prst="roundRect">
            <a:avLst>
              <a:gd name="adj" fmla="val 275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Tashxis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soniyalik onboarding — trigger va ritm.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2286000"/>
            <a:ext cx="2651760" cy="3474720"/>
          </a:xfrm>
          <a:prstGeom prst="roundRect">
            <a:avLst>
              <a:gd name="adj" fmla="val 275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Protokol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0" y="3657600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Kunlik 3 mikro-qadam (BJ Fogg formulasi).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651760" cy="3474720"/>
          </a:xfrm>
          <a:prstGeom prst="roundRect">
            <a:avLst>
              <a:gd name="adj" fmla="val 275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Takror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3657600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Streak, XP, Shield — dopamin halqasi.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2286000"/>
            <a:ext cx="2651760" cy="3474720"/>
          </a:xfrm>
          <a:prstGeom prst="roundRect">
            <a:avLst>
              <a:gd name="adj" fmla="val 275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26880" y="2926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mentor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0" y="3657600"/>
            <a:ext cx="2286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Nadir — foydalanuvchi ma'lumotlariga ega.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3/12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ISBOT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Nima uchun bu ishlaydi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Fogg (Stanford)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Habits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Kichik hajm + trigger + tasdiq = odat.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Clear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1% kunlik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2461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37x yillik natija — mikro-o'sish kuchi.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97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Phillippa Lally (UCL)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kun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1206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 shakllanishi diapazoni: 18–254 kun.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16052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97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Wendy Wood (USC)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617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51206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Kunlik xulqning yarmi — ongsiz odat.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4/12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BOZOR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 + O'zbekiston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habit + wellness bozori (2025, Grand View)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31089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$180M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617720" y="42976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MDH + Turkiya — behavioral wellness segmenti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237744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606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0" y="31089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412480" y="42976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O'zbekiston + Qozog'iston — 3 yillik realistik erishish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MDH mintaqasida 90M+ smartfon foydalanuvchisi. O'zbek/rus tilida raqib deyarli yo'q.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5/12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BIZNES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Freemium → Pro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14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0233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Onboarding, 3 odat, Nadir 10 xabar/kun.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F140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514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17720" y="30175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49 000 so'm/oy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17720" y="40233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Cheksiz odat, tahlil, Nadir cheksiz.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286000"/>
            <a:ext cx="3611880" cy="3474720"/>
          </a:xfrm>
          <a:prstGeom prst="roundRect">
            <a:avLst>
              <a:gd name="adj" fmla="val 2105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514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0175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412480" y="402336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kompaniyalar uchun — kelajakda.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Prognoz: 5–8% Free→Pro konversiya · ARPU 588 000 so'm/yil · Infra ~$50/oy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6/12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HALOL HOLAT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Traksiya — hozir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77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Mahsulot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— 14+ modul jonli (odat, jurnal, AI mentor, MCP, PWA)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63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Foydalanuvchi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3063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Yopiq pilot. Ommaviy raqamlar hali e'lon qilinmagan — shaffoflik uchun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49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Daromad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— hali monetizatsiya yo'q. Free ochiq, Pro Q1 2026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434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Jamoa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asoschi (mahsulot + injener + dizayn)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20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5120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~$50/oy (Cloudflare + Supabase + AI). Deyarli 0 xarajat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7/12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MAHSULOT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Nima ishlab bo'lingan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1945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soniyalik onboarding (10 savol → profil)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55080" y="23774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21945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Nadir AI mentor — profil kontekstiga ega chat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 + XP + Streak + Shield tizimi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30632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8803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Cirkadiy jadval (kun ritmiga bog'liq vazifalar)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7490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5661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Burnout detection — proaktiv AI ogohlantirish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37490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35661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Kundalik + haftalik AI hisobot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519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til (Uz, Ru, En) — MDH uchun tayyor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44348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42519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— offline ishlaydi, App Store'ga bog'liq emas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120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9377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integratsiya — ChatGPT/Claude ulanishi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55080" y="5120640"/>
            <a:ext cx="182880" cy="1828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93776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+ JWT + OAuth 2.1 — enterprise xavfsizlik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8/12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POZITSIYA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Nima uchun biz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109960" cy="3657600"/>
          </a:xfrm>
          <a:prstGeom prst="roundRect">
            <a:avLst>
              <a:gd name="adj" fmla="val 2000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Raqib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29768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Cheklov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38160" y="2468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farqi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1069848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26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Fabulous / Headspace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29260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Inglizcha, G'arb kontekst, umumiy AI yo'q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138160" y="292608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Uz/Ru til, mahalliy kontekst, shaxsiy AI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1069848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8620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/ Todoist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97680" y="38862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Vazifa boshqarish, xulq-atvor yo'q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0" y="38862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science — odat shakllantirish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10698480" cy="0"/>
          </a:xfrm>
          <a:prstGeom prst="line">
            <a:avLst/>
          </a:prstGeom>
          <a:noFill/>
          <a:ln w="635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463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Fit / Yandex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48463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Faqat ma'lumot, aksiya yo'q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38160" y="484632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Kunlik protokol + AI mentor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9/12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SO'ROV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 investitsiya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1F140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$20 000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Miqdor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28600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1F140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468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61772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Ulush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228600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1F140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468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oy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412480" y="3611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Runway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TAQSIMOT (18 OY)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98348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· $8 000 — Marketing va foydalanuvchi jalb qilish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239512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· $5 000 — AI, infratuzilma, servis xarajatlari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5495544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$4 000 — Kontraktor (dizayn/injener yordami)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75157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$2 000 — Yuridik, ro'yxatdan o'tish, litsenziyalar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00760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 · $1 000 — Zaxira / kutilmagan xarajat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Baholov: ~$167K post-money. Bir martalik pre-seed, SAFE yoki equity.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10/12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oylik yo'l xarita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0–3 oy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017520" y="2468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 · Uzbekistonda beta yopiq guruhdan chiqish · SEO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oy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faol foydalanuvchi · Pro tarif (Click/Payme)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297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oy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1752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5 000 foydalanuvchi · Birinchi $1K MRR · Rus versiya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212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12–18 oy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017520" y="5212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pilot (2–3 kompaniya) · Seed/Series A metrikalar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Prognoz, kafolat emas. Har chorak — investorga hisobot.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11/12 · Konfidensial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Suhbat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548640" y="3474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daqiqa — demo, savol-javob, batafsil model.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3891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489204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investors@life-order.uz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309360" y="43891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0" y="489204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life-orderuz.lovable.app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Order · 2026 · Toshkent, O'zbekiston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2026-07-18T03:56:41Z</dcterms:created>
  <dcterms:modified xsi:type="dcterms:W3CDTF">2026-07-18T03:56:41Z</dcterms:modified>
</cp:coreProperties>
</file>