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Motivatsiya tugaydi.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Tizim qoladi.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Xulq-atvor fani asosidagi shaxsiy operatsion tizim — O'zbekiston uchun.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pitch · $20 000 · 12% · 18 oy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MUAMMO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Odamlar o'zgara olmayapti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Motivatsiya yolg'on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foydalanuvchi 3 haftada tashlab qo'yadi. Motivatsiya — o'zgaruvchi holat, tizim emas.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514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Umumiy maslahatlar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338328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va kitoblar shaxsiy kontekstni bilmaydi. "Erta tur" — kimga? qanday?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514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 va madaniyat bo'shlig'i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12480" y="338328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O'zbek/rus tilida, mahalliy kontekstga moslashgan xulq-atvor mahsuloti yo'q.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2/12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YECHIM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Self-Control OS — 4 bosqich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Tashxis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soniyalik onboarding — trigger va ritm.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Protokol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Kunlik 3 mikro-qadam (BJ Fogg formulasi).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Takror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Streak, XP, Shield — dopamin halqasi.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mentor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26880" y="36576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— foydalanuvchi ma'lumotlariga ega.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3/12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ISBOT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 uchun bu ishlaydi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 Fogg (Stanford)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Habits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 hajm + trigger + tasdiq = odat.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Clear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 kunlik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37x yillik natija — mikro-o'sish kuchi.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Phillippa Lally (UCL)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kun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 shakllanishi diapazoni: 18–254 kun.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160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Wendy Wood (USC)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5120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Kunlik xulqning yarmi — ongsiz odat.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4/12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BOZOR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MDH + O'zbekiston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habit + wellness bozori (2025, Grand View)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MDH + Turkiya — behavioral wellness segmenti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3108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1248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+ Qozog'iston — 3 yillik realistik erishish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MDH mintaqasida 90M+ smartfon foydalanuvchisi. O'zbek/rus tilida raqib deyarli yo'q.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5/12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BIZNES MODELI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→ Pro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3 odat, Nadir 10 xabar/kun.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F140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3017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49 000 so'm/oy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Cheksiz odat, tahlil, Nadir cheksiz.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kompaniyalar uchun — kelajakda.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Prognoz: 5–8% Free→Pro konversiya · ARPU 588 000 so'm/yil · Infra ~$50/oy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6/12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HALOL HOLAT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Traksiya — hozir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— 14+ modul jonli (odat, jurnal, AI mentor, MCP, PWA)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Foydalanuvchi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Yopiq pilot. Ommaviy raqamlar hali e'lon qilinmagan — shaffoflik uchun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— hali monetizatsiya yo'q. Free ochiq, Pro Q1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asoschi (mahsulot + injener + dizayn)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~$50/oy (Cloudflare + Supabase + AI). Deyarli 0 xarajat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7/12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MAHSULOT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 ishlab bo'lingan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soniyalik onboarding (10 savol → profil)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23774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AI mentor — profil kontekstiga ega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 + XP + Streak + Shield tizimi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0632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Cirkadiy jadval (kun ritmiga bog'liq vazifalar)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566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 detection — proaktiv AI ogohlantirish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749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566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Kundalik + haftalik AI hisobot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51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til (Uz, Ru, En) — MDH uchun tayyor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251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— offline ishlaydi, App Store'ga bog'liq emas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37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integratsiya — ChatGPT/Claude ulanishi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5120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937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+ JWT + OAuth 2.1 — enterprise xavfsizlik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8/12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POZITSIYA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 uchun biz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109960" cy="3657600"/>
          </a:xfrm>
          <a:prstGeom prst="roundRect">
            <a:avLst>
              <a:gd name="adj" fmla="val 2000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Raqib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Cheklov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farqi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6984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Fabulous / Headspace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Inglizcha, G'arb kontekst, umumiy AI yo'q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2926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Uz/Ru til, mahalliy kontekst, shaxsiy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106984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86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/ Todoist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886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Vazifa boshqarish, xulq-atvor yo'q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3886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science — odat shakllantirish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6984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Fit / Yandex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846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Faqat ma'lumot, aksiya yo'q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4846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Kunlik protokol + AI mentor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9/12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SO'ROV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investitsiya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F140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$20 000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Miqdor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F140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468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1772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Ulush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F140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468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oy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1248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TAQSIMOT (18 OY)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· $8 000 — Marketing va foydalanuvchi jalb qilish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3951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· $5 000 — AI, infratuzilma, servis xarajatlari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4955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· $4 000 — Kontraktor (dizayn/injener yordami)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75157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· $2 000 — Yuridik, ro'yxatdan o'tish, litsenziyalar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007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 · $1 000 — Zaxira / kutilmagan xarajat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Baholov: ~$167K post-money. Bir martalik pre-seed, SAFE yoki equity.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10/12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oylik yo'l xarita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 oy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17520" y="2468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· Uzbekistonda beta yopiq guruhdan chiqish · SEO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oy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3383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faol foydalanuvchi · Pro tarif (Click/Payme)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oy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1752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foydalanuvchi · Birinchi $1K MRR · Rus versiya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 oy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5212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pilot (2–3 kompaniya) · Seed/Series A metrikalar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Prognoz, kafolat emas. Har chorak — investorga hisobot.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11/12 · Konfidensial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Suhbat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daqiqa — demo, savol-javob, batafsil model.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3891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investors@life-order.uz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309360" y="43891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4892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life-orderuz.lovable.app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Order · 2026 · Toshkent, O'zbekiston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2026-07-18T03:57:54Z</dcterms:created>
  <dcterms:modified xsi:type="dcterms:W3CDTF">2026-07-18T03:57:54Z</dcterms:modified>
</cp:coreProperties>
</file>